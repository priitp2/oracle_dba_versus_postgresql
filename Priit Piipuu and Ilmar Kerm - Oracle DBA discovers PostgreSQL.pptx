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to Trump, tech idenpendence from US is now in the agenda
Oracle has been rising prices, a lot for some, like us (200x) - unacceptable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Oracle is out... we needed to find an alternative and then make it work as best as we can
This presentation is not about comparing technologies, it is about Oracle dinosaurs exploring PostgreSQL world any trying to make it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database world today is PG related and this is the only database modern devs think exists
In this presentation adressing some issue that Oracle professionals might face with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to thank Oracle for [PostgreSQL's popularity] because when they bought MySQL, everybody was afraid that they were going to dominate where MySQL went to, and that was the beginning of the PostgreSQL ascendancy," Stonebraker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Ludovico Caldara passionately disagreed, pointing out PostgreSQL rise correlates well with AWS popularity.
https://www.linkedin.com/feed/update/urn:li:activity:7470111757714210816?commentUrn=urn%3Ali%3Acomment%3A%28activity%3A7470111757714210816%2C7470190330773131264%29&amp;dashCommentUrn=urn%3Ali%3Afsd_comment%3A%287470190330773131264%2Curn%3Ali%3Aactivity%3A7470111757714210816%29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Scott argues, that docker had a lot to do with PostgreSQL popularity with devs.
Early MySQL images were not good, but Postgres early images were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Controlled by 20-30 "very smart super programmers"; Core team 7 (4xUSA, Germany, Sweden, UK)
Although big tech has its own forks, they also contribute to the core. Microsoft and AWS - yes; Google, Oracle -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is just the basic core, you need extensions, you need external software
High Availability,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data types, operators, functions
PostgreSQL contrib ships with about 50 already included
Can't be considered a weakness of PostgreSQL - that is the idea - core is minimal and advanced functionality is provided by extensions. Often wish Oracle would do the same.
Negative - often maintainer is a single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PostGIS - better than Oracle Spatial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 distributions often come with built in PostgreSQL, Ubuntu also has nice upgrade automation.
Official PostgreSQL repository comes with many-many-many extra extensions also, already compiled.
Don't be afraid to compile it yourself, it is quite easy - but be mindful of dependencies, it is linked dynamically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2cpu_8G
Does include contrib extensions (pgcrypto, ...), does not include external extensions (pgvector, pgaudit,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running databases in k8s haven't been popular in our company, containerized environments are
essential for swd development these days. Testcontainers make possible to run the integration tests in your laptop,
what not to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matters: smaller containers are easier to user. For example, in case of testcontainers, smaller image makes
the tests run faster. But there's a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plugins used for daily life change database behavior in some way, then these plugins must be added to the
development containers as well. So after some pluggins and pgbouncer...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can go into implementing some Oracle world features in PG
From the perspective of Oracle dinosaur exploring PostgreSQL offerings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Cloud-native deployment: one PostgreSQL server, one database, one application
Lack of workload isolation or resource manager makes it very hard to do other deployment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must be compiled already with the final software destination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Compiling PostgreSQL can be faster than running OPatch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Guard equivalent, for Broker functionality need Patroni in addition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FAST-SYNC and SYNC are Oracle Data Guard terminology
FAST-SYNC - WAL record is written to remote instance memory
SYNC - WAL record is written to remote instance memory and synced to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standby is built in, but you need something to manage it, automate failovers and switchovers, you need the "Data Guard Broker" functionality.
It does not get on the way for queries
So easy
REST API for all actions
etcd can be shared between multiple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shall a client find, where the leader instance is currently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connection strings
libpq syntax works also for Go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does not like "a lot of connections" - just like Oracle. Reduce heavily, or use a pooler.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does not like "a lot of connections" - just like Oracle. Reduce heavily, or use a pooler.
pgBouncer - old and trusted workhorse
pgDog - new and shiny
Avoid pgPool-II at any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RAC
To achieve horizontal scalability common pattern is to have one leader-writer database and many read only replicas
Reads can be load balanced over replicas - to do it automatically you need pgDog
If more (write) scalability is needed - YugabyteDB, CockroachDB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Written in Rust, very fast
Transaction mode - few server connections can be shared between thousands? of front-end connections
Session mode - One to one mapping between client and server connection, all features supported, on client disconnect server connection remains, lazy connecting of servers (on first query)
Tries to solve PostgreSQL scalability problems - pooling, load balancing, sharding.
Very actively in development, easy to request new features.
Very fast, almost comparable to pgBouncer, but with vastly more features.
pgdog is Ilmar's personal favourite. Eventual consistency and stale reads from replicas have generated strong opipions in our team and development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balancer supports also manual routing
Not all database features - like temp tables, advisory locks, pub/sub are connection dependent, pgDog detects and automatically pins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Knee-jerk reaction is to do similar things in PostgreSQL as well.
But... ask do you actually need it. In Postgres there is less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show me my last 10 transactions
---
![bg contain](img/partitioning_nopart.png)
---
![bg contain](img/partitioning_local.png)
---
![bg contain](img/partitioning_global.png)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limited operations supported, but important ones are there
Scan method
Disable indexes
Join method
Join order
Behavioural control on join (memoize)
Cardinality correction
Parallel query
Parameter changes for planner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is mainly for OLTP, but analytical queries are also possible
There must be more analytics forks than mentioned
pg_dumpdb is DuckDB engine in PostgreSQL process, analytical queries can be run on DuckDB engine, accessing PostgreSQL data.
pg_duckdb is intended to be used on replica node. Can query CSV, parquet/iceberg... also
pg_lake allows querying Iceberg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Captures issued SQL statements and stores them in PostgreSQL log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OAuth is new and quite basic yet
For us:
mTLS and pg_ident maps user CN in certificate into shared database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Protection against loss of physical media (hard drives) only - nothing else!
TDE can be self-induced-ransomware if key is lost - NB! All copies of the database are encrypted with the same master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LVM does have online storage migration with built in pvmove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BTRFS works well with append only/mostly data, modifications incur some write penalties
PG16 started writing relation files with posix_fallocate() that disables BTRFS compression
Keep WAL on XFS/EXT4
Our domain message (protobuf) persistence service compresses 3 times. No issues nor excessive CPU usage even at 4000+TPS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Debezium is CDC solution built on Kafka and Kafka Connect. We will mention it later when we talk about
migration to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tough one to replace, but there are options
Source: kagi.com. Haven't tried any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MVCC dead tuples are not usable for flashback query
No AS OF timestamp queries. Is there a plugin for flashback data archve? "periods" extension seems dead, not built anymore and max pg15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also part of "demo"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Being actively improved upon, PG18 especially
pg_stat_activity is v$session equivalent.
Does every plugin publish their own wait events?
Oracle 23.26.2 has 2350 wait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`pg_active_session_history` has 29 dimensions, `pg_stat_statements_history` has 24 dimensions.
`GV_$ACTIVE_SESSION_HISTORY` has 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Quite funny: with Oracle we have to use perf or eBPF because it is a commercial product.
With PostgreSQL we have still use perf and eBPF and touch it in the low places since it is 
open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FREEDOM - no be constrained to counting CPUs, what options you can or cannot use. Juse use it any way you like.
Having the source means you can ask your LLM questions about it and generate patches. (pretty much what Oracle support is nowadays anyway)
Long list of ISO/IEC 9075:2023 features that PostgreSQL does not support: https://www.postgresql.org/docs/current/unsupported-features-sql-standard.html
and some of which Oracle *does* support, like polymorphic table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July 2017 Oracle moved to a new release model promising "A new major database release every year"
on-prem releases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section is about strategies of migration.
Very high level and simplified, due to the time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 frameworks that paper over the diffrences in SQL details, you can instruct your agents to change the code.
Testcontainers make testing the code changes easy. And you can run integration tests in your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with downtime in general, adding a nine will make life exponentially more complicated, and more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Streaming: Debezium works quite well
How to get the changes from Oracle? Logminer? X-Stream? OLR?
"Dual writes": streaming will help to create the second data store as well
Corner case with "dual writes" and updates: some downtime might still be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decided to go with XStream and Debezium: we have GG, but do not have GG 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listing skips a few steps, otherwise this would be way too complex to explain and display.
This simplified migration process works reasonably well, but automation is a bitch.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Migrating from one database engine to another is cross-organization project (multiple platform engineering teams, dev teams, middle management and
people from the business side since the downtime.)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now, some of this presentation is pure theory, but we will try these thing in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requires docker and is in the "demo" folder. check the README.md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Oracle DBA discovers PostgreSQL</dc:title>
  <dc:subject>PptxGenJS Presentation</dc:subject>
  <dc:creator>Created by Marp</dc:creator>
  <cp:lastModifiedBy>Created by Marp</cp:lastModifiedBy>
  <cp:revision>1</cp:revision>
  <dcterms:created xsi:type="dcterms:W3CDTF">2026-10-16T07:46:16Z</dcterms:created>
  <dcterms:modified xsi:type="dcterms:W3CDTF">2026-10-16T07:46:16Z</dcterms:modified>
</cp:coreProperties>
</file>